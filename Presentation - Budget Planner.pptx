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nva Sans" panose="020B0604020202020204" charset="0"/>
      <p:regular r:id="rId10"/>
    </p:embeddedFont>
    <p:embeddedFont>
      <p:font typeface="Canva Sans Bold" panose="020B0604020202020204" charset="0"/>
      <p:regular r:id="rId11"/>
    </p:embeddedFont>
    <p:embeddedFont>
      <p:font typeface="Codec Pro" panose="020B0604020202020204" charset="0"/>
      <p:regular r:id="rId12"/>
    </p:embeddedFont>
    <p:embeddedFont>
      <p:font typeface="Codec Pro Bold" panose="020B0604020202020204" charset="0"/>
      <p:regular r:id="rId13"/>
    </p:embeddedFont>
    <p:embeddedFont>
      <p:font typeface="Codec Pro Ultra-Bold" panose="020B0604020202020204" charset="0"/>
      <p:regular r:id="rId14"/>
    </p:embeddedFont>
    <p:embeddedFont>
      <p:font typeface="Gatwick Ultra-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A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F5FB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66A04E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4278717" y="990600"/>
            <a:ext cx="9730567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b="1" spc="-174">
                <a:solidFill>
                  <a:srgbClr val="00000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Budget Planner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53898" y="2023205"/>
            <a:ext cx="8613371" cy="430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[WEB TECHNOLOGY BASED MINI - PROJECT]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35503" y="2703192"/>
            <a:ext cx="15216994" cy="135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Budget Planner is a smart application that allows users to record income, track expenses and manage their budget efficiently, helping them gain better control over their personal finances.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35503" y="4386453"/>
            <a:ext cx="5440360" cy="497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2"/>
              </a:lnSpc>
            </a:pPr>
            <a:r>
              <a:rPr lang="en-US" sz="2894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Name</a:t>
            </a:r>
            <a:r>
              <a:rPr lang="en-US" sz="289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- </a:t>
            </a:r>
            <a:r>
              <a:rPr lang="en-US" sz="28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BudgetMates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29081" y="5568315"/>
            <a:ext cx="7663006" cy="373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999" b="1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Members:                               Roll Number:</a:t>
            </a:r>
          </a:p>
          <a:p>
            <a:pPr algn="l">
              <a:lnSpc>
                <a:spcPts val="3120"/>
              </a:lnSpc>
            </a:pPr>
            <a:endParaRPr lang="en-US" sz="2999" b="1">
              <a:solidFill>
                <a:srgbClr val="000000"/>
              </a:solidFill>
              <a:latin typeface="Codec Pro Ultra-Bold"/>
              <a:ea typeface="Codec Pro Ultra-Bold"/>
              <a:cs typeface="Codec Pro Ultra-Bold"/>
              <a:sym typeface="Codec Pro Ultra-Bold"/>
            </a:endParaRP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Devendra Singh                    2400520100033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Ayushman Agrahari            2400520100027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Aditya Panday                      2400520100010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Aryan Shukla                         2400520100023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Ankush Singh                        2400520100015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  <a:endParaRPr lang="en-US" sz="2999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A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F5FB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66A04E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2105025" y="919163"/>
            <a:ext cx="14077950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99"/>
              </a:lnSpc>
            </a:pPr>
            <a:r>
              <a:rPr lang="en-US" sz="5999" b="1" spc="-149">
                <a:solidFill>
                  <a:srgbClr val="00000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35503" y="2208530"/>
            <a:ext cx="15216994" cy="7162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Many people struggle to manage their personal finances because they do not track their daily income and expenses properly. This results in overspending and poor savings management. Hence, there is a need for simple and efficient budgeting system.</a:t>
            </a:r>
          </a:p>
          <a:p>
            <a:pPr algn="l">
              <a:lnSpc>
                <a:spcPts val="3499"/>
              </a:lnSpc>
            </a:pPr>
            <a:endParaRPr lang="en-US" sz="2799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3499"/>
              </a:lnSpc>
            </a:pPr>
            <a:endParaRPr lang="en-US" sz="2799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3499"/>
              </a:lnSpc>
            </a:pPr>
            <a:r>
              <a:rPr lang="en-US" sz="2799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Problems faced by people:</a:t>
            </a:r>
          </a:p>
          <a:p>
            <a:pPr marL="604519" lvl="1" indent="-302260" algn="l">
              <a:lnSpc>
                <a:spcPts val="349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lack of proper tracking of daily income and expenses</a:t>
            </a:r>
          </a:p>
          <a:p>
            <a:pPr marL="604519" lvl="1" indent="-302260" algn="l">
              <a:lnSpc>
                <a:spcPts val="349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overspending due to poor budget planning</a:t>
            </a:r>
          </a:p>
          <a:p>
            <a:pPr marL="604519" lvl="1" indent="-302260" algn="l">
              <a:lnSpc>
                <a:spcPts val="349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no clear record of monthly savings</a:t>
            </a:r>
          </a:p>
          <a:p>
            <a:pPr marL="604519" lvl="1" indent="-302260" algn="l">
              <a:lnSpc>
                <a:spcPts val="349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difficulty in categorizing expenses (food, travel, bills, etc.)</a:t>
            </a:r>
          </a:p>
          <a:p>
            <a:pPr marL="604519" lvl="1" indent="-302260" algn="l">
              <a:lnSpc>
                <a:spcPts val="349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manual calculations leading to errors</a:t>
            </a:r>
          </a:p>
          <a:p>
            <a:pPr marL="604519" lvl="1" indent="-302260" algn="l">
              <a:lnSpc>
                <a:spcPts val="349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no visual analysis of spending patterns</a:t>
            </a:r>
          </a:p>
          <a:p>
            <a:pPr marL="604519" lvl="1" indent="-302260" algn="l">
              <a:lnSpc>
                <a:spcPts val="349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poor financial discipline and planning</a:t>
            </a:r>
          </a:p>
          <a:p>
            <a:pPr marL="604519" lvl="1" indent="-302260" algn="l">
              <a:lnSpc>
                <a:spcPts val="349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difficulty in setting and achieving savings goals</a:t>
            </a:r>
          </a:p>
          <a:p>
            <a:pPr algn="ctr">
              <a:lnSpc>
                <a:spcPts val="3499"/>
              </a:lnSpc>
            </a:pPr>
            <a:endParaRPr lang="en-US" sz="2799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endParaRPr lang="en-US" sz="2799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A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F5FB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66A04E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902546" y="919163"/>
            <a:ext cx="14482907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99"/>
              </a:lnSpc>
            </a:pPr>
            <a:r>
              <a:rPr lang="en-US" sz="5999" b="1" spc="-149">
                <a:solidFill>
                  <a:srgbClr val="00000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Solution - Budget Planner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02546" y="2251424"/>
            <a:ext cx="14482907" cy="6387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  <a:spcBef>
                <a:spcPct val="0"/>
              </a:spcBef>
            </a:pPr>
            <a:r>
              <a:rPr lang="en-US" sz="2699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Core Functionalities:</a:t>
            </a:r>
          </a:p>
          <a:p>
            <a:pPr marL="518160" lvl="1" indent="-259080" algn="l">
              <a:lnSpc>
                <a:spcPts val="31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Real-Time Tracking -&gt; Effortlessly log both income and daily expenses as they occur for an up-to-date balance. </a:t>
            </a:r>
          </a:p>
          <a:p>
            <a:pPr marL="518160" lvl="1" indent="-259080" algn="l">
              <a:lnSpc>
                <a:spcPts val="31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Smart Categorization -&gt; Automatically group spending into categories like Food, Transport, and Utilities to see exactly where money goes. </a:t>
            </a:r>
          </a:p>
          <a:p>
            <a:pPr marL="518160" lvl="1" indent="-259080" algn="l">
              <a:lnSpc>
                <a:spcPts val="31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Comprehensive Summaries -&gt; Generate monthly reports to visualize total inflow versus outflow at a glance. </a:t>
            </a:r>
          </a:p>
          <a:p>
            <a:pPr algn="l">
              <a:lnSpc>
                <a:spcPts val="3120"/>
              </a:lnSpc>
            </a:pPr>
            <a:endParaRPr lang="en-US" sz="2400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3120"/>
              </a:lnSpc>
            </a:pPr>
            <a:endParaRPr lang="en-US" sz="2400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3509"/>
              </a:lnSpc>
              <a:spcBef>
                <a:spcPct val="0"/>
              </a:spcBef>
            </a:pPr>
            <a:r>
              <a:rPr lang="en-US" sz="2699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User Benefits &amp; Impact:</a:t>
            </a:r>
          </a:p>
          <a:p>
            <a:pPr marL="518160" lvl="1" indent="-259080" algn="l">
              <a:lnSpc>
                <a:spcPts val="31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Financial Discipline -&gt; Encourages mindful spending habits specifically tailored for students and busy individuals. </a:t>
            </a:r>
          </a:p>
          <a:p>
            <a:pPr marL="518160" lvl="1" indent="-259080" algn="l">
              <a:lnSpc>
                <a:spcPts val="31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Goal-Oriented Planning -&gt; Provides the visibility needed to set and reach specific financial saving targets. </a:t>
            </a:r>
          </a:p>
          <a:p>
            <a:pPr marL="518160" lvl="1" indent="-259080" algn="l">
              <a:lnSpc>
                <a:spcPts val="31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User-Centric Design -&gt; A simplified platform that removes the stress of manual financial management.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A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F5FB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66A04E"/>
            </a:solidFill>
          </p:spPr>
        </p:sp>
      </p:grp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902546" y="2447604"/>
          <a:ext cx="14482908" cy="5403339"/>
        </p:xfrm>
        <a:graphic>
          <a:graphicData uri="http://schemas.openxmlformats.org/drawingml/2006/table">
            <a:tbl>
              <a:tblPr/>
              <a:tblGrid>
                <a:gridCol w="1459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2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5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60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30793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000000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S.No.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000000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000000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Existing Apps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000000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Budget Planner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2422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1.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User Interface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Complex and cluttered❌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Simple and intuitive✅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2155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2.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Cost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Often includes paid features❌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Completely free to use✅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7969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3.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Ads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Frequently contains too many ads❌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Clean, ad-free design✅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902546" y="919163"/>
            <a:ext cx="14482907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99"/>
              </a:lnSpc>
            </a:pPr>
            <a:r>
              <a:rPr lang="en-US" sz="5999" b="1" spc="-149">
                <a:solidFill>
                  <a:srgbClr val="00000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A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F5FB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66A04E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902546" y="919163"/>
            <a:ext cx="14482907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99"/>
              </a:lnSpc>
            </a:pPr>
            <a:r>
              <a:rPr lang="en-US" sz="5999" b="1" spc="-149">
                <a:solidFill>
                  <a:srgbClr val="00000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Tools &amp; Technologies Used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02546" y="2251424"/>
            <a:ext cx="14482907" cy="6385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999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Development Stack:</a:t>
            </a:r>
          </a:p>
          <a:p>
            <a:pPr algn="l">
              <a:lnSpc>
                <a:spcPts val="3509"/>
              </a:lnSpc>
            </a:pPr>
            <a:endParaRPr lang="en-US" sz="2999" b="1" dirty="0">
              <a:solidFill>
                <a:srgbClr val="00000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  <a:p>
            <a:pPr marL="604518" lvl="1" indent="-302259" algn="l">
              <a:lnSpc>
                <a:spcPts val="3639"/>
              </a:lnSpc>
              <a:buFont typeface="Arial"/>
              <a:buChar char="•"/>
            </a:pPr>
            <a:r>
              <a:rPr lang="en-US" sz="2799" b="1" u="sng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Frontend</a:t>
            </a:r>
            <a:r>
              <a:rPr lang="en-US" sz="2799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- </a:t>
            </a:r>
            <a:r>
              <a:rPr lang="en-US" sz="27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Built using React.js, HTML, and CSS for a responsive and modern user interface.</a:t>
            </a:r>
          </a:p>
          <a:p>
            <a:pPr algn="l">
              <a:lnSpc>
                <a:spcPts val="3639"/>
              </a:lnSpc>
            </a:pPr>
            <a:endParaRPr lang="en-US" sz="2799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604518" lvl="1" indent="-302259" algn="l">
              <a:lnSpc>
                <a:spcPts val="3639"/>
              </a:lnSpc>
              <a:buFont typeface="Arial"/>
              <a:buChar char="•"/>
            </a:pPr>
            <a:r>
              <a:rPr lang="en-US" sz="2799" b="1" u="sng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Backend</a:t>
            </a:r>
            <a:r>
              <a:rPr lang="en-US" sz="2799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- </a:t>
            </a:r>
            <a:r>
              <a:rPr lang="en-US" sz="27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Powered by Flask (web framework written in Python) to handle application logic, routing, and API requests.</a:t>
            </a:r>
            <a:r>
              <a:rPr lang="en-US" sz="2799" b="1" dirty="0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 </a:t>
            </a:r>
          </a:p>
          <a:p>
            <a:pPr algn="l">
              <a:lnSpc>
                <a:spcPts val="3639"/>
              </a:lnSpc>
            </a:pPr>
            <a:endParaRPr lang="en-US" sz="2799" b="1" dirty="0">
              <a:solidFill>
                <a:srgbClr val="000000"/>
              </a:solidFill>
              <a:latin typeface="Codec Pro Ultra-Bold"/>
              <a:ea typeface="Codec Pro Ultra-Bold"/>
              <a:cs typeface="Codec Pro Ultra-Bold"/>
              <a:sym typeface="Codec Pro Ultra-Bold"/>
            </a:endParaRPr>
          </a:p>
          <a:p>
            <a:pPr marL="604518" lvl="1" indent="-302259" algn="l">
              <a:lnSpc>
                <a:spcPts val="3639"/>
              </a:lnSpc>
              <a:buFont typeface="Arial"/>
              <a:buChar char="•"/>
            </a:pPr>
            <a:r>
              <a:rPr lang="en-US" sz="2799" b="1" u="sng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Database</a:t>
            </a:r>
            <a:r>
              <a:rPr lang="en-US" sz="2799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- </a:t>
            </a:r>
            <a:r>
              <a:rPr lang="en-US" sz="27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Utilizes Local Storage or MongoDB for efficient data persistence and storage.</a:t>
            </a:r>
            <a:r>
              <a:rPr lang="en-US" sz="2799" b="1" dirty="0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 </a:t>
            </a:r>
          </a:p>
          <a:p>
            <a:pPr algn="l">
              <a:lnSpc>
                <a:spcPts val="3639"/>
              </a:lnSpc>
            </a:pPr>
            <a:endParaRPr lang="en-US" sz="2799" b="1" dirty="0">
              <a:solidFill>
                <a:srgbClr val="000000"/>
              </a:solidFill>
              <a:latin typeface="Codec Pro Ultra-Bold"/>
              <a:ea typeface="Codec Pro Ultra-Bold"/>
              <a:cs typeface="Codec Pro Ultra-Bold"/>
              <a:sym typeface="Codec Pro Ultra-Bold"/>
            </a:endParaRPr>
          </a:p>
          <a:p>
            <a:pPr marL="604518" lvl="1" indent="-302259" algn="l">
              <a:lnSpc>
                <a:spcPts val="3639"/>
              </a:lnSpc>
              <a:buFont typeface="Arial"/>
              <a:buChar char="•"/>
            </a:pPr>
            <a:r>
              <a:rPr lang="en-US" sz="2799" b="1" u="sng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Version Control</a:t>
            </a:r>
            <a:r>
              <a:rPr lang="en-US" sz="2799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- </a:t>
            </a:r>
            <a:r>
              <a:rPr lang="en-US" sz="27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Managed via GitHub for tracking changes and collaborative development.</a:t>
            </a:r>
          </a:p>
          <a:p>
            <a:pPr algn="l">
              <a:lnSpc>
                <a:spcPts val="3120"/>
              </a:lnSpc>
            </a:pPr>
            <a:endParaRPr lang="en-US" sz="2799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A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F5FB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66A04E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902546" y="919163"/>
            <a:ext cx="14482907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99"/>
              </a:lnSpc>
            </a:pPr>
            <a:r>
              <a:rPr lang="en-US" sz="5999" b="1" spc="-149" dirty="0">
                <a:solidFill>
                  <a:srgbClr val="00000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Project Timeline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02546" y="2140811"/>
            <a:ext cx="14482907" cy="6462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Phase 1: Planning &amp; Analysis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u="sng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Requirement Analysis</a:t>
            </a:r>
            <a:r>
              <a:rPr lang="en-US" sz="24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- Defining core features and user needs.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u="sng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System Architecture</a:t>
            </a:r>
            <a:r>
              <a:rPr lang="en-US" sz="24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-Planning the React and Python Flask integration.</a:t>
            </a:r>
          </a:p>
          <a:p>
            <a:pPr algn="l">
              <a:lnSpc>
                <a:spcPts val="3509"/>
              </a:lnSpc>
            </a:pPr>
            <a:endParaRPr lang="en-US" sz="2499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3639"/>
              </a:lnSpc>
            </a:pPr>
            <a:r>
              <a:rPr lang="en-US" sz="2799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Phase 2: UI/UX Design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u="sng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Wireframing</a:t>
            </a:r>
            <a:r>
              <a:rPr lang="en-US" sz="24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- Designing the dashboard and transaction layouts.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u="sng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Visual Styling</a:t>
            </a:r>
            <a:r>
              <a:rPr lang="en-US" sz="24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- Creating a clean, minimalist interface for ease of use.</a:t>
            </a:r>
          </a:p>
          <a:p>
            <a:pPr algn="l">
              <a:lnSpc>
                <a:spcPts val="3509"/>
              </a:lnSpc>
            </a:pPr>
            <a:endParaRPr lang="en-US" sz="2499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3639"/>
              </a:lnSpc>
            </a:pPr>
            <a:r>
              <a:rPr lang="en-US" sz="2799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Phase 3: Core Development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u="sng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Frontend &amp; Backend</a:t>
            </a:r>
            <a:r>
              <a:rPr lang="en-US" sz="24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- Building React components and Flask API routes.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u="sng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Feature Logic</a:t>
            </a:r>
            <a:r>
              <a:rPr lang="en-US" sz="24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- Implementing expense categorization and savings math.</a:t>
            </a:r>
          </a:p>
          <a:p>
            <a:pPr algn="l">
              <a:lnSpc>
                <a:spcPts val="3509"/>
              </a:lnSpc>
            </a:pPr>
            <a:endParaRPr lang="en-US" sz="2499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3639"/>
              </a:lnSpc>
            </a:pPr>
            <a:r>
              <a:rPr lang="en-US" sz="2799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Phase 4: Testing &amp; Finalization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u="sng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System Testing</a:t>
            </a:r>
            <a:r>
              <a:rPr lang="en-US" sz="24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- Debugging and verifying calculation accuracy.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u="sng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Deployment</a:t>
            </a:r>
            <a:r>
              <a:rPr lang="en-US" sz="249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- Finalizing the application for the project submission.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A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F5FB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66A04E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902546" y="919163"/>
            <a:ext cx="14482907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99"/>
              </a:lnSpc>
            </a:pPr>
            <a:r>
              <a:rPr lang="en-US" sz="5999" b="1" spc="-149">
                <a:solidFill>
                  <a:srgbClr val="00000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Current Status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E8D0EDBF-9078-4559-6AFA-5458B1098140}"/>
              </a:ext>
            </a:extLst>
          </p:cNvPr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691D8385-6E42-2A3F-A3A9-AF194C4DB616}"/>
                </a:ext>
              </a:extLst>
            </p:cNvPr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F5FBFF"/>
            </a:solidFill>
          </p:spPr>
        </p:sp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3E188110-8837-E982-A174-859A8165C0E7}"/>
                </a:ext>
              </a:extLst>
            </p:cNvPr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66A04E"/>
            </a:solidFill>
          </p:spPr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9BAC6B87-F0B6-58F3-DAC0-C102A989330C}"/>
              </a:ext>
            </a:extLst>
          </p:cNvPr>
          <p:cNvSpPr txBox="1"/>
          <p:nvPr/>
        </p:nvSpPr>
        <p:spPr>
          <a:xfrm>
            <a:off x="1902546" y="919163"/>
            <a:ext cx="14482907" cy="877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99"/>
              </a:lnSpc>
            </a:pPr>
            <a:r>
              <a:rPr lang="en-US" sz="5999" b="1" spc="-149" dirty="0">
                <a:solidFill>
                  <a:srgbClr val="00000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Current Status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08BA95A4-34AC-6E45-0AAC-55CB1E9DD199}"/>
              </a:ext>
            </a:extLst>
          </p:cNvPr>
          <p:cNvSpPr txBox="1"/>
          <p:nvPr/>
        </p:nvSpPr>
        <p:spPr>
          <a:xfrm>
            <a:off x="1447800" y="2105575"/>
            <a:ext cx="6936654" cy="6841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9"/>
              </a:lnSpc>
              <a:spcBef>
                <a:spcPct val="0"/>
              </a:spcBef>
            </a:pPr>
            <a:r>
              <a:rPr lang="en-US" sz="2699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Completed Milestones:</a:t>
            </a:r>
          </a:p>
          <a:p>
            <a:pPr marL="518160" lvl="1" indent="-259080">
              <a:lnSpc>
                <a:spcPts val="31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UI/UX Framework (The dashboard interface is fully designed and visually representational).</a:t>
            </a:r>
          </a:p>
          <a:p>
            <a:pPr marL="518160" lvl="1" indent="-259080" algn="l">
              <a:lnSpc>
                <a:spcPts val="31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Interface Components (“Add Transaction” form and “Transaction List” view are ready) </a:t>
            </a:r>
          </a:p>
          <a:p>
            <a:pPr marL="518160" lvl="1" indent="-259080" algn="l">
              <a:lnSpc>
                <a:spcPts val="31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Visual Feedback (Dynamic styling for income(₹) and expenses(₹) is implemented in the UI) </a:t>
            </a:r>
          </a:p>
          <a:p>
            <a:pPr algn="l">
              <a:lnSpc>
                <a:spcPts val="3120"/>
              </a:lnSpc>
            </a:pPr>
            <a:endParaRPr lang="en-US" sz="2400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3509"/>
              </a:lnSpc>
              <a:spcBef>
                <a:spcPct val="0"/>
              </a:spcBef>
            </a:pPr>
            <a:r>
              <a:rPr lang="en-US" sz="2699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Next Steps:</a:t>
            </a:r>
          </a:p>
          <a:p>
            <a:pPr marL="518160" lvl="1" indent="-259080" algn="l">
              <a:lnSpc>
                <a:spcPts val="31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Backend Development (Building the Python Flask server to process input) </a:t>
            </a:r>
          </a:p>
          <a:p>
            <a:pPr marL="518160" lvl="1" indent="-259080" algn="l">
              <a:lnSpc>
                <a:spcPts val="31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Data Persistence (Implementing storage so transactions remain after page refresh) </a:t>
            </a:r>
          </a:p>
          <a:p>
            <a:pPr marL="518160" lvl="1" indent="-259080" algn="l">
              <a:lnSpc>
                <a:spcPts val="31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Calculation Logic (Linking the UI fields to functional mathematical operations) 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3F2FC6D-FD6F-22E8-79F1-F7F801CB0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958" y="3050197"/>
            <a:ext cx="8333827" cy="40589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A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F5FB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66A04E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4981575" y="3933825"/>
            <a:ext cx="8324850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99"/>
              </a:lnSpc>
            </a:pPr>
            <a:r>
              <a:rPr lang="en-US" sz="7499" b="1" spc="-187">
                <a:solidFill>
                  <a:srgbClr val="00000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622</Words>
  <Application>Microsoft Office PowerPoint</Application>
  <PresentationFormat>Custom</PresentationFormat>
  <Paragraphs>90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Codec Pro Ultra-Bold</vt:lpstr>
      <vt:lpstr>Canva Sans</vt:lpstr>
      <vt:lpstr>Codec Pro</vt:lpstr>
      <vt:lpstr>Calibri</vt:lpstr>
      <vt:lpstr>Canva Sans Bold</vt:lpstr>
      <vt:lpstr>Codec Pro Bold</vt:lpstr>
      <vt:lpstr>Arial</vt:lpstr>
      <vt:lpstr>Gatwick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Budget Planner</dc:title>
  <dc:description>Presentation - Budget Planner</dc:description>
  <cp:lastModifiedBy>RAKESH KUMAR SHUKLA</cp:lastModifiedBy>
  <cp:revision>3</cp:revision>
  <dcterms:created xsi:type="dcterms:W3CDTF">2006-08-16T00:00:00Z</dcterms:created>
  <dcterms:modified xsi:type="dcterms:W3CDTF">2026-03-10T05:46:56Z</dcterms:modified>
  <dc:identifier>DAHDelosqRo</dc:identifier>
</cp:coreProperties>
</file>